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of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shot 2026-03-30 at 20.54.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976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 Fine Tuning worked best overall, achieving the highest test accuracy of 0.9234.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